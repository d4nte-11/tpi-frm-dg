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CEBC13AA-265F-44AE-87F6-6F7737D54BAB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C2EB1E2-9135-44A2-872C-91A7AE4D0650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94661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13AA-265F-44AE-87F6-6F7737D54BAB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B1E2-9135-44A2-872C-91A7AE4D065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132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13AA-265F-44AE-87F6-6F7737D54BAB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B1E2-9135-44A2-872C-91A7AE4D0650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306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13AA-265F-44AE-87F6-6F7737D54BAB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B1E2-9135-44A2-872C-91A7AE4D065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20549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13AA-265F-44AE-87F6-6F7737D54BAB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B1E2-9135-44A2-872C-91A7AE4D065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9880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13AA-265F-44AE-87F6-6F7737D54BAB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B1E2-9135-44A2-872C-91A7AE4D065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0722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13AA-265F-44AE-87F6-6F7737D54BAB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B1E2-9135-44A2-872C-91A7AE4D065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5334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13AA-265F-44AE-87F6-6F7737D54BAB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B1E2-9135-44A2-872C-91A7AE4D065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865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13AA-265F-44AE-87F6-6F7737D54BAB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B1E2-9135-44A2-872C-91A7AE4D065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40975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13AA-265F-44AE-87F6-6F7737D54BAB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B1E2-9135-44A2-872C-91A7AE4D065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22129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C13AA-265F-44AE-87F6-6F7737D54BAB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2EB1E2-9135-44A2-872C-91A7AE4D065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6244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CEBC13AA-265F-44AE-87F6-6F7737D54BAB}" type="datetimeFigureOut">
              <a:rPr lang="es-AR" smtClean="0"/>
              <a:t>18/6/2026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7C2EB1E2-9135-44A2-872C-91A7AE4D065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262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BD6166CB-FB31-5859-4DCF-19361840FBB7}"/>
              </a:ext>
            </a:extLst>
          </p:cNvPr>
          <p:cNvSpPr txBox="1">
            <a:spLocks/>
          </p:cNvSpPr>
          <p:nvPr/>
        </p:nvSpPr>
        <p:spPr>
          <a:xfrm>
            <a:off x="1204604" y="2717321"/>
            <a:ext cx="9782792" cy="14233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Trabajo Práctico Integrador</a:t>
            </a:r>
          </a:p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Programación 1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586CF979-5252-8864-DC70-2D2A2056A9AE}"/>
              </a:ext>
            </a:extLst>
          </p:cNvPr>
          <p:cNvSpPr txBox="1">
            <a:spLocks/>
          </p:cNvSpPr>
          <p:nvPr/>
        </p:nvSpPr>
        <p:spPr>
          <a:xfrm>
            <a:off x="8134710" y="5373269"/>
            <a:ext cx="3981090" cy="14233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AR" sz="15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C03A182-9ED1-7C36-638E-5F9319DA3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6966" y="5952226"/>
            <a:ext cx="3178834" cy="844401"/>
          </a:xfrm>
        </p:spPr>
        <p:txBody>
          <a:bodyPr>
            <a:normAutofit/>
          </a:bodyPr>
          <a:lstStyle/>
          <a:p>
            <a:r>
              <a:rPr lang="es-AR" sz="1400" dirty="0"/>
              <a:t>Tecnicatura en Programación - UTN Facundo Peruzzi</a:t>
            </a:r>
            <a:br>
              <a:rPr lang="es-AR" sz="1400" dirty="0"/>
            </a:br>
            <a:r>
              <a:rPr lang="es-AR" sz="1400" dirty="0"/>
              <a:t>Gabriel Gómez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5492928-449B-3DF3-4FA0-F561E9F8D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4" y="-295966"/>
            <a:ext cx="3050688" cy="203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1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FFE664-A3F2-4977-A6E3-C38CF57A1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5618" y="0"/>
            <a:ext cx="72872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5C471A-7EB8-45A1-901F-B4BBC499F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812"/>
            <a:ext cx="4059079" cy="6860812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97DA90-F1EA-F394-CA5F-D69C54D6CA14}"/>
              </a:ext>
            </a:extLst>
          </p:cNvPr>
          <p:cNvSpPr txBox="1"/>
          <p:nvPr/>
        </p:nvSpPr>
        <p:spPr>
          <a:xfrm>
            <a:off x="100054" y="2337757"/>
            <a:ext cx="38589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chemeClr val="bg1"/>
                </a:solidFill>
              </a:rPr>
              <a:t>Este proyecto consiste en un sistema de gestión de países desarrollado en Python. Permite registrar, modificar y consultar información como la superficie, la población y el continente en el que se encuentre el país.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57C73D2-581E-5A6E-3B0F-F9522DC7E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657" y="1760480"/>
            <a:ext cx="5035679" cy="333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825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62C6A1-362E-358C-5703-46EA0A6CF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128" y="171133"/>
            <a:ext cx="4635345" cy="1013459"/>
          </a:xfrm>
        </p:spPr>
        <p:txBody>
          <a:bodyPr>
            <a:normAutofit/>
          </a:bodyPr>
          <a:lstStyle/>
          <a:p>
            <a:pPr algn="ctr"/>
            <a:r>
              <a:rPr lang="es-AR" dirty="0"/>
              <a:t>Organización</a:t>
            </a:r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DFB5273-1A30-24AC-4C61-3177A588B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699" y="2156767"/>
            <a:ext cx="1198429" cy="33437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37C300D-94AE-DF94-72F4-C1EC7C313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696" y="3006992"/>
            <a:ext cx="1430354" cy="33437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CB7FAF2-6E92-0286-B213-7426FC4F5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2696" y="3753512"/>
            <a:ext cx="1284674" cy="314031"/>
          </a:xfrm>
          <a:prstGeom prst="rect">
            <a:avLst/>
          </a:prstGeom>
        </p:spPr>
      </p:pic>
      <p:sp>
        <p:nvSpPr>
          <p:cNvPr id="18" name="Marcador de contenido 17">
            <a:extLst>
              <a:ext uri="{FF2B5EF4-FFF2-40B4-BE49-F238E27FC236}">
                <a16:creationId xmlns:a16="http://schemas.microsoft.com/office/drawing/2014/main" id="{E6CFA38A-9E39-0F28-4DE5-864AFCA45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3944" y="1727306"/>
            <a:ext cx="8595360" cy="543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dirty="0"/>
              <a:t>Proyecto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0EDFC2B3-0343-AFB8-0075-7AF13D437A44}"/>
              </a:ext>
            </a:extLst>
          </p:cNvPr>
          <p:cNvCxnSpPr>
            <a:cxnSpLocks/>
          </p:cNvCxnSpPr>
          <p:nvPr/>
        </p:nvCxnSpPr>
        <p:spPr>
          <a:xfrm>
            <a:off x="1709530" y="2186609"/>
            <a:ext cx="0" cy="17239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C762C59D-33E8-282D-2320-C8E6B8A720D6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709530" y="2323954"/>
            <a:ext cx="41316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69F1F97E-1920-952B-94E9-950E4B770A89}"/>
              </a:ext>
            </a:extLst>
          </p:cNvPr>
          <p:cNvCxnSpPr>
            <a:endCxn id="9" idx="1"/>
          </p:cNvCxnSpPr>
          <p:nvPr/>
        </p:nvCxnSpPr>
        <p:spPr>
          <a:xfrm>
            <a:off x="1709530" y="3174178"/>
            <a:ext cx="41316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FBF54EEB-3E72-2FA4-B519-7D4CBC85CCBE}"/>
              </a:ext>
            </a:extLst>
          </p:cNvPr>
          <p:cNvCxnSpPr>
            <a:endCxn id="13" idx="1"/>
          </p:cNvCxnSpPr>
          <p:nvPr/>
        </p:nvCxnSpPr>
        <p:spPr>
          <a:xfrm>
            <a:off x="1709530" y="3910527"/>
            <a:ext cx="41316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F690230-E459-295B-138F-1F28A257663F}"/>
              </a:ext>
            </a:extLst>
          </p:cNvPr>
          <p:cNvSpPr txBox="1"/>
          <p:nvPr/>
        </p:nvSpPr>
        <p:spPr>
          <a:xfrm>
            <a:off x="3789335" y="2121809"/>
            <a:ext cx="692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Contiene input de opciones y llamado a las funciones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D773F49-40E1-7A01-724F-4A57D7B8135C}"/>
              </a:ext>
            </a:extLst>
          </p:cNvPr>
          <p:cNvSpPr txBox="1"/>
          <p:nvPr/>
        </p:nvSpPr>
        <p:spPr>
          <a:xfrm>
            <a:off x="3789335" y="3001681"/>
            <a:ext cx="6929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Contiene las funciones y el desarrollo del código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A54E08B-2018-7446-5B9F-9B599DC8D0F2}"/>
              </a:ext>
            </a:extLst>
          </p:cNvPr>
          <p:cNvSpPr txBox="1"/>
          <p:nvPr/>
        </p:nvSpPr>
        <p:spPr>
          <a:xfrm>
            <a:off x="3789335" y="3698211"/>
            <a:ext cx="7409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Almacena los países por nombre, continente, población y superficie</a:t>
            </a:r>
          </a:p>
        </p:txBody>
      </p:sp>
    </p:spTree>
    <p:extLst>
      <p:ext uri="{BB962C8B-B14F-4D97-AF65-F5344CB8AC3E}">
        <p14:creationId xmlns:p14="http://schemas.microsoft.com/office/powerpoint/2010/main" val="4048711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FFE664-A3F2-4977-A6E3-C38CF57A1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5618" y="0"/>
            <a:ext cx="72872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5C471A-7EB8-45A1-901F-B4BBC499F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812"/>
            <a:ext cx="4059079" cy="6860812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807A64B-4395-7282-349C-466DBFB4E825}"/>
              </a:ext>
            </a:extLst>
          </p:cNvPr>
          <p:cNvSpPr txBox="1"/>
          <p:nvPr/>
        </p:nvSpPr>
        <p:spPr>
          <a:xfrm>
            <a:off x="228600" y="2001079"/>
            <a:ext cx="29334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000" dirty="0">
                <a:solidFill>
                  <a:schemeClr val="bg1"/>
                </a:solidFill>
              </a:rPr>
              <a:t>Inicio </a:t>
            </a:r>
          </a:p>
          <a:p>
            <a:pPr algn="ctr"/>
            <a:r>
              <a:rPr lang="es-AR" sz="4000" dirty="0">
                <a:solidFill>
                  <a:schemeClr val="bg1"/>
                </a:solidFill>
              </a:rPr>
              <a:t>del programa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A9D53C2-6609-4A80-356A-272260CCC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696" y="1210542"/>
            <a:ext cx="5621080" cy="4434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323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D5E0904-721C-4D68-9EB8-1C9752E32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4FFDF4-A3B2-3C37-8370-3277CBC4B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96" y="458286"/>
            <a:ext cx="9585705" cy="416978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1CCB9A6-122E-EF64-7D88-3E046D8B9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927" y="4957725"/>
            <a:ext cx="6602827" cy="1014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83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A04C7-F76F-EEED-89E8-6164BFB4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163FABD-CCEE-4908-D5EE-22009B306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A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AE194C-68BB-01C2-D1B7-8723DFC2C1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5618" y="0"/>
            <a:ext cx="728722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C0AB43-8E45-19E8-FC6F-C21763138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812"/>
            <a:ext cx="4059079" cy="6860812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881F908-7A85-1962-998F-6E7ED05389DE}"/>
              </a:ext>
            </a:extLst>
          </p:cNvPr>
          <p:cNvSpPr txBox="1"/>
          <p:nvPr/>
        </p:nvSpPr>
        <p:spPr>
          <a:xfrm>
            <a:off x="-53461" y="1961322"/>
            <a:ext cx="40590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000" dirty="0">
                <a:solidFill>
                  <a:schemeClr val="bg1"/>
                </a:solidFill>
              </a:rPr>
              <a:t>Funcionamiento</a:t>
            </a:r>
          </a:p>
          <a:p>
            <a:pPr algn="ctr"/>
            <a:r>
              <a:rPr lang="es-AR" sz="4000" dirty="0">
                <a:solidFill>
                  <a:schemeClr val="bg1"/>
                </a:solidFill>
              </a:rPr>
              <a:t> del </a:t>
            </a:r>
          </a:p>
          <a:p>
            <a:pPr algn="ctr"/>
            <a:r>
              <a:rPr lang="es-AR" sz="4000" dirty="0">
                <a:solidFill>
                  <a:schemeClr val="bg1"/>
                </a:solidFill>
              </a:rPr>
              <a:t>programa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EA398E-BB66-68D9-5138-C57891553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079" y="209638"/>
            <a:ext cx="7940007" cy="42298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BA92AE8-1AA4-917C-DB2F-54E627992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079" y="5105737"/>
            <a:ext cx="7792537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46558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90</Words>
  <Application>Microsoft Office PowerPoint</Application>
  <PresentationFormat>Panorámica</PresentationFormat>
  <Paragraphs>14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Century Schoolbook</vt:lpstr>
      <vt:lpstr>Wingdings 2</vt:lpstr>
      <vt:lpstr>Vista</vt:lpstr>
      <vt:lpstr>Tecnicatura en Programación - UTN Facundo Peruzzi Gabriel Gómez</vt:lpstr>
      <vt:lpstr>Presentación de PowerPoint</vt:lpstr>
      <vt:lpstr>Organización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Tatu Peruzzi</dc:creator>
  <cp:lastModifiedBy>Tatu Peruzzi</cp:lastModifiedBy>
  <cp:revision>1</cp:revision>
  <dcterms:created xsi:type="dcterms:W3CDTF">2026-06-18T18:44:30Z</dcterms:created>
  <dcterms:modified xsi:type="dcterms:W3CDTF">2026-06-18T20:27:59Z</dcterms:modified>
</cp:coreProperties>
</file>